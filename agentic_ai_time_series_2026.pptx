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Agentic AI: Revenue &amp; Token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DD7EE"/>
                </a:solidFill>
              </a:defRPr>
            </a:pPr>
            <a:r>
              <a:t>The most useful time series across sectors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D7EE"/>
                </a:solidFill>
              </a:defRPr>
            </a:pPr>
            <a:r>
              <a:t>Compiled August 23, 2026  |  Data: agentic_ai_revenue_token_usage_2026.xlsx (Equity-research repo)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864"/>
                </a:solidFill>
              </a:defRPr>
            </a:pPr>
            <a:r>
              <a:t>Key takeaways from the time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864"/>
                </a:solidFill>
              </a:rPr>
              <a:t>Coding agents are the sector — </a:t>
            </a:r>
            <a:r>
              <a:rPr sz="1400">
                <a:solidFill>
                  <a:srgbClr val="404040"/>
                </a:solidFill>
              </a:rPr>
              <a:t>~$30.4B of ~$35.0B tracked agentic revenue (86.9%). Claude Code scaled $1B -&gt; $15.1B tracked ARR in ~9 months; Codex ~$0 -&gt; $8.8B in ~7 months.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47672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864"/>
                </a:solidFill>
              </a:rPr>
              <a:t>Model providers repriced in months — </a:t>
            </a:r>
            <a:r>
              <a:rPr sz="1400">
                <a:solidFill>
                  <a:srgbClr val="404040"/>
                </a:solidFill>
              </a:rPr>
              <a:t>Anthropic run-rate $14B (Feb '26) -&gt; $65B (Jul '26); OpenAI $20B (Dec '25) -&gt; $40B+ (Aug '26). Enterprise/agents are now the majority of both mixes.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43784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864"/>
                </a:solidFill>
              </a:rPr>
              <a:t>Exits followed the ramps — </a:t>
            </a:r>
            <a:r>
              <a:rPr sz="1400">
                <a:solidFill>
                  <a:srgbClr val="404040"/>
                </a:solidFill>
              </a:rPr>
              <a:t>SpaceX agreed to buy Cursor's parent Anysphere for $60B (Jun '26) at ~15x its $4B ARR, 31 months after Cursor's first $1M.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39896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864"/>
                </a:solidFill>
              </a:rPr>
              <a:t>Verticals compound from smaller bases — </a:t>
            </a:r>
            <a:r>
              <a:rPr sz="1400">
                <a:solidFill>
                  <a:srgbClr val="404040"/>
                </a:solidFill>
              </a:rPr>
              <a:t>Harvey, OpenEvidence, Glean and Sierra each reached $200-300M ARR, growing 2-6x in 12-18 months on outcome- and usage-based pricing.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63600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864"/>
                </a:solidFill>
              </a:rPr>
              <a:t>Enterprise platforms hit the S-curve — </a:t>
            </a:r>
            <a:r>
              <a:rPr sz="1400">
                <a:solidFill>
                  <a:srgbClr val="404040"/>
                </a:solidFill>
              </a:rPr>
              <a:t>Agentforce ARR +205% YoY to $1.2B; tokens +152% QoQ to 28.6T/quarter. M365 Copilot seats doubled to 30M+ in six months.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53212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864"/>
                </a:solidFill>
              </a:rPr>
              <a:t>Token demand is the leading indicator — </a:t>
            </a:r>
            <a:r>
              <a:rPr sz="1400">
                <a:solidFill>
                  <a:srgbClr val="404040"/>
                </a:solidFill>
              </a:rPr>
              <a:t>Google: 9.7T -&gt; 3.2 quadrillion tokens/month in two years (~330x). Agentic requests burn ~15x the tokens of chat; coding agents ~1,000x.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864"/>
                </a:solidFill>
              </a:defRPr>
            </a:pPr>
            <a:r>
              <a:t>Coding agents: Claude Code vs Codex tracked ARR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7F7F"/>
                </a:solidFill>
              </a:defRPr>
            </a:pPr>
            <a:r>
              <a:t>Third-party tracked estimates (TickerTrends), anchored to Anthropic's $2.5B disclosure; weekly points Jul-Aug 2026</a:t>
            </a:r>
          </a:p>
        </p:txBody>
      </p:sp>
      <p:pic>
        <p:nvPicPr>
          <p:cNvPr id="5" name="Picture 4" descr="coding_a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240" y="1298448"/>
            <a:ext cx="10625214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7F7F"/>
                </a:solidFill>
              </a:defRPr>
            </a:pPr>
            <a:r>
              <a:t>Source: TickerTrends (Aug 10, 2026); Anthropic Series G; Sacra  [#3, 4, 5]  |  # refs -&gt; Sources sheet, agentic_ai_revenue_token_usage_2026.xlsx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864"/>
                </a:solidFill>
              </a:defRPr>
            </a:pPr>
            <a:r>
              <a:t>Cursor: $1M to $4B ARR in 31 months, then a $60B exit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7F7F"/>
                </a:solidFill>
              </a:defRPr>
            </a:pPr>
            <a:r>
              <a:t>Fastest-measured B2B software ramp; ~65% of revenue now enterprise contracts (~$2.6B)</a:t>
            </a:r>
          </a:p>
        </p:txBody>
      </p:sp>
      <p:pic>
        <p:nvPicPr>
          <p:cNvPr id="5" name="Picture 4" descr="cur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59" y="1298448"/>
            <a:ext cx="10685776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7F7F"/>
                </a:solidFill>
              </a:defRPr>
            </a:pPr>
            <a:r>
              <a:t>Source: Anysphere disclosures; Bloomberg; Sacra; SpaceX deal announcement  [#1, 2, 40]  |  # refs -&gt; Sources sheet, agentic_ai_revenue_token_usage_2026.xlsx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864"/>
                </a:solidFill>
              </a:defRPr>
            </a:pPr>
            <a:r>
              <a:t>Model providers: agentic demand repriced both leaders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7F7F"/>
                </a:solidFill>
              </a:defRPr>
            </a:pPr>
            <a:r>
              <a:t>Annualized revenue run-rate; Anthropic's Q2 2026 quarterly revenue overtook OpenAI's for the first time</a:t>
            </a:r>
          </a:p>
        </p:txBody>
      </p:sp>
      <p:pic>
        <p:nvPicPr>
          <p:cNvPr id="5" name="Picture 4" descr="provi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737" y="1298448"/>
            <a:ext cx="10302219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7F7F"/>
                </a:solidFill>
              </a:defRPr>
            </a:pPr>
            <a:r>
              <a:t>Source: Bloomberg (Aug 13, 2026); CNBC; Forkast/Bloomberg internal docs; Sacra  [#6, 29, 30, 31]  |  # refs -&gt; Sources sheet, agentic_ai_revenue_token_usage_2026.xlsx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864"/>
                </a:solidFill>
              </a:defRPr>
            </a:pPr>
            <a:r>
              <a:t>Vertical &amp; knowledge agents: the $200-300M ARR club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7F7F"/>
                </a:solidFill>
              </a:defRPr>
            </a:pPr>
            <a:r>
              <a:t>Legal, healthcare, enterprise knowledge and customer service all crossed from pilots to production</a:t>
            </a:r>
          </a:p>
        </p:txBody>
      </p:sp>
      <p:pic>
        <p:nvPicPr>
          <p:cNvPr id="5" name="Picture 4" descr="vertic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540" y="1298448"/>
            <a:ext cx="10416613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7F7F"/>
                </a:solidFill>
              </a:defRPr>
            </a:pPr>
            <a:r>
              <a:t>Source: AgentMarketCap; ARR Club; TechCrunch; Sacra  [#9-14, 35, 39]  |  # refs -&gt; Sources sheet, agentic_ai_revenue_token_usage_2026.xlsx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864"/>
                </a:solidFill>
              </a:defRPr>
            </a:pPr>
            <a:r>
              <a:t>Salesforce Agentforce: revenue and tokens compounding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7F7F"/>
                </a:solidFill>
              </a:defRPr>
            </a:pPr>
            <a:r>
              <a:t>First enterprise platform agent to $1B+ ARR; token volume growing faster than revenue</a:t>
            </a:r>
          </a:p>
        </p:txBody>
      </p:sp>
      <p:pic>
        <p:nvPicPr>
          <p:cNvPr id="5" name="Picture 4" descr="agentfo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81" y="1298448"/>
            <a:ext cx="10891931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7F7F"/>
                </a:solidFill>
              </a:defRPr>
            </a:pPr>
            <a:r>
              <a:t>Source: Salesforce Q1 FY2027 results via CX Today / CXM  [#17, 18]  |  # refs -&gt; Sources sheet, agentic_ai_revenue_token_usage_2026.xlsx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864"/>
                </a:solidFill>
              </a:defRPr>
            </a:pPr>
            <a:r>
              <a:t>Microsoft: agent adoption at platform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7F7F"/>
                </a:solidFill>
              </a:defRPr>
            </a:pPr>
            <a:r>
              <a:t>M365 Copilot seats and GitHub Copilot users/subscribers; Agent 365 registered ~40M agents in its first two months</a:t>
            </a:r>
          </a:p>
        </p:txBody>
      </p:sp>
      <p:pic>
        <p:nvPicPr>
          <p:cNvPr id="5" name="Picture 4" descr="microso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298448"/>
            <a:ext cx="11064240" cy="4759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7F7F"/>
                </a:solidFill>
              </a:defRPr>
            </a:pPr>
            <a:r>
              <a:t>Source: Microsoft FY26 Q2/Q3/Q4 earnings; Axis Intelligence  [#7, 36, 37]  |  # refs -&gt; Sources sheet, agentic_ai_revenue_token_usage_2026.xlsx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864"/>
                </a:solidFill>
              </a:defRPr>
            </a:pPr>
            <a:r>
              <a:t>GitHub commits: which agents actually ship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7F7F"/>
                </a:solidFill>
              </a:defRPr>
            </a:pPr>
            <a:r>
              <a:t>Multi-method census of 180M repositories (WoC V2604) plus all-time attribution tracking; channels differ by agent</a:t>
            </a:r>
          </a:p>
        </p:txBody>
      </p:sp>
      <p:pic>
        <p:nvPicPr>
          <p:cNvPr id="5" name="Picture 4" descr="git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298448"/>
            <a:ext cx="11064240" cy="4069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7F7F"/>
                </a:solidFill>
              </a:defRPr>
            </a:pPr>
            <a:r>
              <a:t>Source: arXiv 2606.24429 census; Amplifying.ai; JetBrains survey  [#41, 42, 43]  |  # refs -&gt; Sources sheet, agentic_ai_revenue_token_usage_2026.xlsx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864"/>
                </a:solidFill>
              </a:defRPr>
            </a:pPr>
            <a:r>
              <a:t>Reasoning tokens: now the default mode for agentic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7F7F"/>
                </a:solidFill>
              </a:defRPr>
            </a:pPr>
            <a:r>
              <a:t>Reasoning-optimized models serve the majority of routed tokens; ~22% of agentic coding task tokens are reasoning</a:t>
            </a:r>
          </a:p>
        </p:txBody>
      </p:sp>
      <p:pic>
        <p:nvPicPr>
          <p:cNvPr id="5" name="Picture 4" descr="reaso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298448"/>
            <a:ext cx="11064240" cy="42092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7F7F"/>
                </a:solidFill>
              </a:defRPr>
            </a:pPr>
            <a:r>
              <a:t>Source: OpenRouter State of AI; arXiv 2601.14470 Tokenomics study  [#26, 44, 45]  |  # refs -&gt; Sources sheet, agentic_ai_revenue_token_usage_2026.xlsx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864"/>
                </a:solidFill>
              </a:defRPr>
            </a:pPr>
            <a:r>
              <a:t>Token throughput: the clearest demand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7F7F"/>
                </a:solidFill>
              </a:defRPr>
            </a:pPr>
            <a:r>
              <a:t>Google platform-wide monthly tokens, ~330x in two years; agentic workloads are the driver (do not sum reference points)</a:t>
            </a:r>
          </a:p>
        </p:txBody>
      </p:sp>
      <p:pic>
        <p:nvPicPr>
          <p:cNvPr id="5" name="Picture 4" descr="tok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65" y="1298448"/>
            <a:ext cx="10705963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7F7F"/>
                </a:solidFill>
              </a:defRPr>
            </a:pPr>
            <a:r>
              <a:t>Source: Google I/O 2026; Q2 2026 earnings; OpenAI DevDay; OpenRouter; Salesforce  [#17, 21, 22, 23, 26]  |  # refs -&gt; Sources sheet, agentic_ai_revenue_token_usage_2026.xlsx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864"/>
                </a:solidFill>
              </a:defRPr>
            </a:pPr>
            <a:r>
              <a:t>Notes, methodology &amp; 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404040"/>
                </a:solidFill>
              </a:defRPr>
            </a:pPr>
            <a:r>
              <a:t>-  All series are assembled from the Growth trajectory and token columns of agentic_ai_revenue_token_usage_2026.xlsx; source numbers [#] map to its Sources sheet (40 references).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4708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404040"/>
                </a:solidFill>
              </a:defRPr>
            </a:pPr>
            <a:r>
              <a:t>-  Confidence varies by series: company-disclosed (Agentforce, M365 Copilot seats, Google tokens, Cursor to $2B) vs third-party tracked (Claude Code, Codex - TickerTrends) vs analyst estimates (Sacra: Sierra, Abridge, Cursor $4B).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96896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404040"/>
                </a:solidFill>
              </a:defRPr>
            </a:pPr>
            <a:r>
              <a:t>-  Annualized run-rates extrapolate the latest period x12 and can move sharply; several curves will moderate as they lap larger bases.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46703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404040"/>
                </a:solidFill>
              </a:defRPr>
            </a:pPr>
            <a:r>
              <a:t>-  Agentforce bars marked * are derived from disclosed growth rates, not directly reported figures.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96511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404040"/>
                </a:solidFill>
              </a:defRPr>
            </a:pPr>
            <a:r>
              <a:t>-  Double-counting warning: provider totals (OpenAI, Anthropic) include their agent products (Codex, Claude Code) and the API revenue paid to them by application-layer companies (Cursor, Replit, Lovable).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846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404040"/>
                </a:solidFill>
              </a:defRPr>
            </a:pPr>
            <a:r>
              <a:t>-  Token metrics are heterogeneous (platform-wide vs API-only vs router-visible) and are shown for scale, not for summation.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59612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404040"/>
                </a:solidFill>
              </a:defRPr>
            </a:pPr>
            <a:r>
              <a:t>-  Regenerate this deck: python3 scripts/build_presentation.py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
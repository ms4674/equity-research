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LLM Context Tax: Best Tips for Tax Avoidance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Optimizing Context, Cost &amp; Performance</a:t>
            </a:r>
          </a:p>
          <a:p>
            <a:r>
              <a:t>Nicolas Bustamante — nicolasbustamante.com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the Context Tax?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The cumulative costs of filling an LLM's context window with unnecessary tokens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Every token sent to an LLM incurs three penalties: higher costs, slower responses, degraded performance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Context rot: Agents become confused by accumulated noise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Most models show sharp performance degradation past 32K tokens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LLM Context Tax: Triple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Higher costs — Cached tokens cost 10x less than uncached (Claude Opus 4.6)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Increased latency — More tokens = slower response times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Degraded performance — Models show significant confusion past 32K tokens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The difference between $0.50 and $5.00 per query often comes down to context management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Critical Optimizations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Stable prefixes for KV cache hits — Keep system prompts identical; move dynamic content to the end (up to 10x cost reduction)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Design precise tools — Smart tool design can reduce token consumption by 10x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Parallel tool calls — Fewer round trips = less context accumulation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Store outputs externally — Avoid context bloat by keeping tool outputs in filesystem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Application-level response caching — The cheapest token is one you never send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i="1">
                <a:solidFill>
                  <a:srgbClr val="166F97"/>
                </a:solidFill>
              </a:defRPr>
            </a:pPr>
            <a:r>
              <a:t>"The most important optimization for production agents: maintaining stable prefixes for KV cache hits—offering up to 10x cost reduction"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3D3D5C"/>
                </a:solidFill>
              </a:defRPr>
            </a:pPr>
            <a:r>
              <a:t>— Nicolas Bustamante, The LLM Context Tax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Output Token Budgeting: The Hidden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Output tokens cost 5x more than uncached input tokens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The most expensive tokens are those you generate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Budget outputs carefully — request concise responses when possible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Delegate token-heavy operations to cheaper subagents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Reusable templates — stop regenerating the same code repeatedly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Additional Optimization Tactics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Clean data before it enters context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Use strategic information placement to avoid the lost-in-the-middle problem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Avoid the 200K token pricing cliff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Append-only context — mutating context destroys cache efficiency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Never include timestamps precise to the second in prompts; move all dynamic content to the 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With Claude Opus 4.6, cached input tokens cost 90% less than uncached (10x cost difference)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The difference between $0.50 and $5.00 per query often comes down to context management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Stable prefixes for KV cache hits is the single most important optimization for production agents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Output tokens cost 5x more than uncached inputs — budget them carefully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Nicolas Bustamante — The LLM Context Tax: Best Tips for Tax Avoidance</a:t>
            </a:r>
          </a:p>
          <a:p>
            <a:pPr>
              <a:spcAft>
                <a:spcPts val="1200"/>
              </a:spcAft>
              <a:defRPr sz="1800">
                <a:solidFill>
                  <a:srgbClr val="3D3D5C"/>
                </a:solidFill>
              </a:defRPr>
            </a:pPr>
            <a:r>
              <a:t>https://www.nicolasbustamante.com/p/the-llm-context-tax-best-tips-for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
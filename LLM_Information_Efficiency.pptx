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LLMs: A More Efficient Way of Gathering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Nicolas Bustamante's research on the LLM Context Tax and information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LLM Context Tax: Why Efficiency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The 'Context Tax' = cost penalty from filling context with useless tokens</a:t>
            </a:r>
          </a:p>
          <a:p>
            <a:pPr>
              <a:spcAft>
                <a:spcPts val="1200"/>
              </a:spcAft>
            </a:pPr>
            <a:r>
              <a:t>Triple penalty: Higher costs + Slower responses + Degraded performance</a:t>
            </a:r>
          </a:p>
          <a:p>
            <a:pPr>
              <a:spcAft>
                <a:spcPts val="1200"/>
              </a:spcAft>
            </a:pPr>
            <a:r>
              <a:t>Context rot: Agents become confused in accumulated noise</a:t>
            </a:r>
          </a:p>
          <a:p>
            <a:pPr>
              <a:spcAft>
                <a:spcPts val="1200"/>
              </a:spcAft>
            </a:pPr>
            <a:r>
              <a:t>Past 32K tokens, most models show sharp performance degradation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LLM 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Cached inputs cost ~10x less than uncached inputs (e.g., Claude Opus)</a:t>
            </a:r>
          </a:p>
          <a:p>
            <a:pPr>
              <a:spcAft>
                <a:spcPts val="1200"/>
              </a:spcAft>
            </a:pPr>
            <a:r>
              <a:t>Output tokens cost ~5x more than uncached input tokens</a:t>
            </a:r>
          </a:p>
          <a:p>
            <a:pPr>
              <a:spcAft>
                <a:spcPts val="1200"/>
              </a:spcAft>
            </a:pPr>
            <a:r>
              <a:t>The cheapest token is one never sent—application-level caching wins</a:t>
            </a:r>
          </a:p>
          <a:p>
            <a:pPr>
              <a:spcAft>
                <a:spcPts val="1200"/>
              </a:spcAft>
            </a:pPr>
            <a:r>
              <a:t>Key insight: Optimize for cache hits to achieve dramatic cost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KV Cache: The Key to 10x Efficiency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Stable prefixes (identical prompt beginnings) enable cached computations</a:t>
            </a:r>
          </a:p>
          <a:p>
            <a:pPr>
              <a:spcAft>
                <a:spcPts val="1200"/>
              </a:spcAft>
            </a:pPr>
            <a:r>
              <a:t>Move dynamic content (timestamps, user IDs) to the END of prompts</a:t>
            </a:r>
          </a:p>
          <a:p>
            <a:pPr>
              <a:spcAft>
                <a:spcPts val="1200"/>
              </a:spcAft>
            </a:pPr>
            <a:r>
              <a:t>Append-only context: Mutating context destroys cache hit rates</a:t>
            </a:r>
          </a:p>
          <a:p>
            <a:pPr>
              <a:spcAft>
                <a:spcPts val="1200"/>
              </a:spcAft>
            </a:pPr>
            <a:r>
              <a:t>Precise tool design can reduce token consumption by 10x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Engineering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Place static content first—system prompts, instructions, documentation</a:t>
            </a:r>
          </a:p>
          <a:p>
            <a:pPr>
              <a:spcAft>
                <a:spcPts val="1200"/>
              </a:spcAft>
            </a:pPr>
            <a:r>
              <a:t>Reserve the end for dynamic content—queries, timestamps, session data</a:t>
            </a:r>
          </a:p>
          <a:p>
            <a:pPr>
              <a:spcAft>
                <a:spcPts val="1200"/>
              </a:spcAft>
            </a:pPr>
            <a:r>
              <a:t>Design tools that return minimal, precise responses</a:t>
            </a:r>
          </a:p>
          <a:p>
            <a:pPr>
              <a:spcAft>
                <a:spcPts val="1200"/>
              </a:spcAft>
            </a:pPr>
            <a:r>
              <a:t>Output token budgeting: Minimize generation since output costs 5x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Information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OckBench: Models with comparable accuracy differ significantly in token use</a:t>
            </a:r>
          </a:p>
          <a:p>
            <a:pPr>
              <a:spcAft>
                <a:spcPts val="1200"/>
              </a:spcAft>
            </a:pPr>
            <a:r>
              <a:t>Efficiency is a neglected but critical differentiation axis</a:t>
            </a:r>
          </a:p>
          <a:p>
            <a:pPr>
              <a:spcAft>
                <a:spcPts val="1200"/>
              </a:spcAft>
            </a:pPr>
            <a:r>
              <a:t>Each task has intrinsic minimal token requirements</a:t>
            </a:r>
          </a:p>
          <a:p>
            <a:pPr>
              <a:spcAft>
                <a:spcPts val="1200"/>
              </a:spcAft>
            </a:pPr>
            <a:r>
              <a:t>Current strategies operate far from theoretical limits—room for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vs. Human Information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LLMs compress aggressively for optimal information-theoretic efficiency</a:t>
            </a:r>
          </a:p>
          <a:p>
            <a:pPr>
              <a:spcAft>
                <a:spcPts val="1200"/>
              </a:spcAft>
            </a:pPr>
            <a:r>
              <a:t>Humans maintain 'inefficient' representations preserving contextual nuance</a:t>
            </a:r>
          </a:p>
          <a:p>
            <a:pPr>
              <a:spcAft>
                <a:spcPts val="1200"/>
              </a:spcAft>
            </a:pPr>
            <a:r>
              <a:t>Tradeoff: Compression vs. semantic richness</a:t>
            </a:r>
          </a:p>
          <a:p>
            <a:pPr>
              <a:spcAft>
                <a:spcPts val="1200"/>
              </a:spcAft>
            </a:pPr>
            <a:r>
              <a:t>Smaller encoder models can outperform larger decoders on human-aligned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Reasoning: Match Effort to Difficulty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Thinking models often 'overthink' simple problems—wasting computation</a:t>
            </a:r>
          </a:p>
          <a:p>
            <a:pPr>
              <a:spcAft>
                <a:spcPts val="1200"/>
              </a:spcAft>
            </a:pPr>
            <a:r>
              <a:t>Use simpler models for easy problems, reasoning models for harder ones</a:t>
            </a:r>
          </a:p>
          <a:p>
            <a:pPr>
              <a:spcAft>
                <a:spcPts val="1200"/>
              </a:spcAft>
            </a:pPr>
            <a:r>
              <a:t>Adaptive approaches: 21% token reduction while maintaining accuracy</a:t>
            </a:r>
          </a:p>
          <a:p>
            <a:pPr>
              <a:spcAft>
                <a:spcPts val="1200"/>
              </a:spcAft>
            </a:pPr>
            <a:r>
              <a:t>Right-size your model to the task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Takeaways: LLMs as Efficient Information Gatherers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t>Optimize for KV cache hits—structure prompts for stable prefixes</a:t>
            </a:r>
          </a:p>
          <a:p>
            <a:pPr>
              <a:spcAft>
                <a:spcPts val="1200"/>
              </a:spcAft>
            </a:pPr>
            <a:r>
              <a:t>Context engineering can yield 10x token reduction</a:t>
            </a:r>
          </a:p>
          <a:p>
            <a:pPr>
              <a:spcAft>
                <a:spcPts val="1200"/>
              </a:spcAft>
            </a:pPr>
            <a:r>
              <a:t>Output tokens are expensive—minimize generation, maximize caching</a:t>
            </a:r>
          </a:p>
          <a:p>
            <a:pPr>
              <a:spcAft>
                <a:spcPts val="1200"/>
              </a:spcAft>
            </a:pPr>
            <a:r>
              <a:t>Efficiency deserves equal attention to accuracy in production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LLMs: Efficient by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proper context engineering, LLMs become dramatically more efficient at gathering and processing information—reducing costs, improving speed, and maintaining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